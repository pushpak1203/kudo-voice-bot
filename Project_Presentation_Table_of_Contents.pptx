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2337"/>
                </a:solidFill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6473"/>
                </a:solidFill>
              </a:defRPr>
            </a:pPr>
            <a:r>
              <a:t>Structured according to the provided Table of Contents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System Requirement and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Conclusion and Future Enhancement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7"/>
                </a:solidFill>
              </a:defRPr>
            </a:pPr>
            <a: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505F"/>
                </a:solidFill>
              </a:defRPr>
            </a:pPr>
            <a:r>
              <a:t>• Add the relevant project content here</a:t>
            </a:r>
          </a:p>
          <a:p>
            <a:pPr>
              <a:spcBef>
                <a:spcPts val="1200"/>
              </a:spcBef>
              <a:defRPr sz="2000">
                <a:solidFill>
                  <a:srgbClr val="46505F"/>
                </a:solidFill>
              </a:defRPr>
            </a:pPr>
            <a:r>
              <a:t>• Include key points, diagrams, results, or screenshots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PROJECT PRESENTATION  |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